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40814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40814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1859309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EXECUTIVE PERFORMANCE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202209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Healthcare Operations &amp; Financial Analytics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569940"/>
            <a:ext cx="628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Data-driven insights across clinical performance, patient volume, financial revenue, and facility operations.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646265"/>
            <a:ext cx="25431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ENTERPRISE METRICS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20 Facilities | $9.3B Revenue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62325" y="4646265"/>
            <a:ext cx="29718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VOLUME SCOPE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4.4K Patients | 5.0K Appointments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609600" y="3043237"/>
            <a:ext cx="2571750" cy="1743075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409950" y="3043237"/>
            <a:ext cx="2571750" cy="1743075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210300" y="3043237"/>
            <a:ext cx="2571750" cy="1743075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9010650" y="3043237"/>
            <a:ext cx="2571750" cy="1743075"/>
          </a:xfrm>
          <a:prstGeom prst="roundRect">
            <a:avLst>
              <a:gd fmla="val 65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512" y="3357562"/>
            <a:ext cx="161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9137" y="335756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9487" y="335756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7462" y="33575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Enterprise Scale &amp; KPI Summary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Key high-level metrics across overall hospital system operational performance.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20315" y="3738562"/>
            <a:ext cx="255031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$9.3B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1037" y="4291012"/>
            <a:ext cx="2428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Revenue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420665" y="3738562"/>
            <a:ext cx="255031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4.4K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481387" y="4291012"/>
            <a:ext cx="2428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Patients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221015" y="3738562"/>
            <a:ext cx="255031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281737" y="4291012"/>
            <a:ext cx="2428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Facilities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21365" y="3738562"/>
            <a:ext cx="255031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350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082087" y="4291012"/>
            <a:ext cx="2428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Doctors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09600" y="2395537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9600" y="3386137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9600" y="4376737"/>
            <a:ext cx="5314950" cy="981075"/>
          </a:xfrm>
          <a:prstGeom prst="roundRect">
            <a:avLst>
              <a:gd fmla="val 970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9600" y="2395537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9600" y="3386137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4376737"/>
            <a:ext cx="38100" cy="981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45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Executive Dashboard Overview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System-wide distribution of departments, patient revenue, and facility performance.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8200" y="2586037"/>
            <a:ext cx="64258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5.0K Total Departments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" y="2824162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Structured network managing multi-specialty healthcare services.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" y="3576637"/>
            <a:ext cx="64258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Top Busiest Department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38200" y="3814762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Cardiology and Radiology lead in total appointment volume and intake.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38200" y="4567237"/>
            <a:ext cx="64258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Revenue Contribution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8200" y="4805362"/>
            <a:ext cx="4991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Balanced revenue mix across emergency, outpatient, and specialized consultation.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6267450" y="2314575"/>
            <a:ext cx="5314950" cy="1000125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267450" y="3467100"/>
            <a:ext cx="5314950" cy="819150"/>
          </a:xfrm>
          <a:prstGeom prst="roundRect">
            <a:avLst>
              <a:gd fmla="val 1162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267450" y="4438650"/>
            <a:ext cx="5314950" cy="1000125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Financial Performance &amp; Revenue Drivers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Analysis of $9.3B total revenue distribution across specialties and diagnostic tests.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57950" y="2505075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Specialty Revenue Leader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57950" y="2762250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Radiology generates top financial yield ($82.0M), followed by Pharmacist services ($72.4M).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57950" y="3657600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Volume Benchmark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457950" y="3914775"/>
            <a:ext cx="5734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5,000 total lab appointments completed across all 20 active facility units.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57950" y="4629150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Testing Portfolio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57950" y="4886325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 key diagnostic test types drive consistent recurring operational revenue.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609600" y="2700337"/>
            <a:ext cx="10972800" cy="1905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09600" y="3319462"/>
            <a:ext cx="10972800" cy="1905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09600" y="3938587"/>
            <a:ext cx="10972800" cy="1905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09600" y="4557712"/>
            <a:ext cx="10972800" cy="1905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09600" y="5176837"/>
            <a:ext cx="10972800" cy="1905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9600" y="2700337"/>
            <a:ext cx="10424070" cy="190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9600" y="3319462"/>
            <a:ext cx="9217074" cy="190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09600" y="3938587"/>
            <a:ext cx="9107388" cy="190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09600" y="4557712"/>
            <a:ext cx="8997553" cy="190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09600" y="5176837"/>
            <a:ext cx="8887866" cy="190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Revenue by Medical Specialty ($M)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Comparative financial contribution of core diagnostic and surgical specialties.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2462212"/>
            <a:ext cx="1047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Radiologist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1029950" y="2462212"/>
            <a:ext cx="838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$82.0M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" y="3081337"/>
            <a:ext cx="1076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Pharmacist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1039475" y="3081337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$72.4M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09600" y="3700462"/>
            <a:ext cx="1114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Pediatrician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077575" y="3700462"/>
            <a:ext cx="790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$71.5M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09600" y="4319587"/>
            <a:ext cx="1057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Pathologist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039475" y="4319587"/>
            <a:ext cx="828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$70.5M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09600" y="4938712"/>
            <a:ext cx="2357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Obstetrician / Gynecologist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1029950" y="4938712"/>
            <a:ext cx="838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$70.3M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609600" y="2395537"/>
            <a:ext cx="5314950" cy="981075"/>
          </a:xfrm>
          <a:prstGeom prst="roundRect">
            <a:avLst>
              <a:gd fmla="val 970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09600" y="3567112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09600" y="4557712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09600" y="2395537"/>
            <a:ext cx="38100" cy="981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09600" y="3567112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09600" y="4557712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45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Patient Analytics &amp; Demographics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Appointment behavior, visit types, and department intake volume.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38200" y="2586037"/>
            <a:ext cx="64258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Visit Types Distribution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38200" y="2824162"/>
            <a:ext cx="4991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Balanced proportions across Follow-up, Consultation, and Emergency visits.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38200" y="3757612"/>
            <a:ext cx="64258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Diagnosis Categorization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38200" y="3995737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 primary diagnosis types tracked across all patient admissions.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38200" y="4748212"/>
            <a:ext cx="64258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Facility Capacity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38200" y="4986337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Consistent appointment distribution across regional hospital facilities.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6267450" y="2400300"/>
            <a:ext cx="5314950" cy="1381125"/>
          </a:xfrm>
          <a:prstGeom prst="roundRect">
            <a:avLst>
              <a:gd fmla="val 82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267450" y="3971925"/>
            <a:ext cx="5314950" cy="1381125"/>
          </a:xfrm>
          <a:prstGeom prst="roundRect">
            <a:avLst>
              <a:gd fmla="val 82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Clinical Analytics &amp; Inpatient Metrics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Clinical lab efficiency, length of stay, and diagnosis analysis.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496050" y="2628900"/>
            <a:ext cx="4953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Inpatient Efficiency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496050" y="4200525"/>
            <a:ext cx="4953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Lab Operational Output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505575" y="2886075"/>
            <a:ext cx="5686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5.49 Days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505575" y="3362325"/>
            <a:ext cx="568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Average Length of Stay across clinical departments.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505575" y="4457700"/>
            <a:ext cx="5686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 Days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505575" y="4933950"/>
            <a:ext cx="568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Maximum recorded length of stay in intensive care units.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609600" y="2524125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09600" y="3476625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09600" y="4429125"/>
            <a:ext cx="531495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45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162175"/>
            <a:ext cx="53149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Operational Dashboard &amp; Resource Metrics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Doctor allocation, room occupancy, and service utilization across facilities.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00100" y="2714625"/>
            <a:ext cx="64758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400 Total Rooms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00100" y="2952750"/>
            <a:ext cx="6167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Managed room inventory across all 20 hospital facilities.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00100" y="3667125"/>
            <a:ext cx="64758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350 Total Doctors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00100" y="3905250"/>
            <a:ext cx="6167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Active medical personnel distributed by specialty and department.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800100" y="4619625"/>
            <a:ext cx="64758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Department Volume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00100" y="4857750"/>
            <a:ext cx="6167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Radiology and Cardiology maintain highest physician density.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609600" y="3033712"/>
            <a:ext cx="350520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343400" y="3033712"/>
            <a:ext cx="350520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8077200" y="3033712"/>
            <a:ext cx="350520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3099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3099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3099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075" y="3405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4875" y="3405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4862" y="34051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Recommendations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09600" y="85725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Strategic initiatives to optimize patient throughput and facility revenue.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85825" y="3843337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Reduce Length of Stay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85825" y="411956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 reduction of ALOS from 5.49 to under 4.8 days for routine consultations.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619625" y="3843337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Expand High-Yield Testing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619625" y="411956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Scale radiology and lab capacities to meet high diagnostic service demand.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353425" y="3843337"/>
            <a:ext cx="3838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Rebalance Physician Load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353425" y="4119562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Reallocate 350 doctors across facilities to alleviate high-volume department bottlenecks.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4424362" y="4396680"/>
            <a:ext cx="3343275" cy="51435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768453" y="1946969"/>
            <a:ext cx="26550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SUMMARY &amp; NEXT STEPS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095375" y="2289869"/>
            <a:ext cx="100012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Driving Value Through Data-Driven Healthcare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2524125" y="3615630"/>
            <a:ext cx="714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Continuous operational reporting empowers healthcare leadership to optimize clinical outcomes and financial growth.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4311253" y="4549080"/>
            <a:ext cx="35694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Power BI Analytics System Deployment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